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MyLibrary 演示文稿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6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 页内预览验证 · pptx-preview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支持的预览能力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B3A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Markdown：代码高亮 / Mermaid 图表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B3A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EPUB：页内翻页阅读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B3A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Excel：多工作表表格预览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B3A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PPTX：本页即为页内渲染效果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B3A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CHM：目录 + 正文页内阅读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各视图统一体验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入口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打开方式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图片视图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非图片条目在内容区原位预览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文档视图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卡片点击 → 内容区预览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书籍视图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A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书架封面 → 内容区预览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MyLibrary 功能演示</dc:title>
  <dc:subject>PptxGenJS Presentation</dc:subject>
  <dc:creator>MyLibrary</dc:creator>
  <cp:lastModifiedBy>MyLibrary</cp:lastModifiedBy>
  <cp:revision>1</cp:revision>
  <dcterms:created xsi:type="dcterms:W3CDTF">2026-10-06T08:15:32Z</dcterms:created>
  <dcterms:modified xsi:type="dcterms:W3CDTF">2026-10-06T08:15:32Z</dcterms:modified>
</cp:coreProperties>
</file>